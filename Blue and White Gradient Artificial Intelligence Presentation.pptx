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embeddedFontLst>
    <p:embeddedFont>
      <p:font typeface="Calibri" panose="020F0502020204030204" pitchFamily="34" charset="0"/>
      <p:regular r:id="rId2"/>
      <p:bold r:id="rId3"/>
      <p:italic r:id="rId4"/>
      <p:boldItalic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6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2.fntdata"/><Relationship Id="rId7" Type="http://schemas.openxmlformats.org/officeDocument/2006/relationships/viewProps" Target="viewProp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4.fntdata"/><Relationship Id="rId4" Type="http://schemas.openxmlformats.org/officeDocument/2006/relationships/font" Target="fonts/font3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Calibri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Gradient Artificial Intelligence Presentation</dc:title>
  <cp:lastModifiedBy>Osama Elemam</cp:lastModifiedBy>
  <cp:revision>3</cp:revision>
  <dcterms:created xsi:type="dcterms:W3CDTF">2006-08-16T00:00:00Z</dcterms:created>
  <dcterms:modified xsi:type="dcterms:W3CDTF">2025-12-07T16:57:22Z</dcterms:modified>
  <dc:identifier>DAG62P0yYvc</dc:identifier>
</cp:coreProperties>
</file>